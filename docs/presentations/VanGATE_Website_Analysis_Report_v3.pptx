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3" r:id="rId18"/>
    <p:sldId id="274" r:id="rId19"/>
    <p:sldId id="275" r:id="rId20"/>
    <p:sldId id="276" r:id="rId21"/>
    <p:sldId id="277" r:id="rId22"/>
    <p:sldId id="278" r:id="rId23"/>
    <p:sldId id="271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VanGATE Website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5D4F4"/>
                </a:solidFill>
              </a:defRPr>
            </a:pPr>
            <a:r>
              <a:t>Website Functionality Overview |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70" y="0"/>
            <a:ext cx="120865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Website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8285" y="1129665"/>
            <a:ext cx="5847080" cy="3199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Website URL: https://vangate.ca/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Company: VanGATE Manufacturing &amp; Automation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Location: Richmond, BC, Canada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Industry: Automatic Door &amp; Gate Systems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Current Platform: WordPress 6.9.4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Business Focus: Residential &amp; Commercial Solutions</a:t>
            </a:r>
          </a:p>
          <a:p>
            <a:pPr>
              <a:spcAft>
                <a:spcPts val="1400"/>
              </a:spcAft>
              <a:defRPr sz="1200">
                <a:solidFill>
                  <a:srgbClr val="444441"/>
                </a:solidFill>
              </a:defRPr>
            </a:pPr>
            <a:r>
              <a:t>•  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6315710" y="1129665"/>
            <a:ext cx="10881360" cy="3322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Website Purpose: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Introduce company and products/services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Showcase products, projects, and galleries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Publish news and industry articles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Display customer testimonials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Receive customer inquiries via form and phone</a:t>
            </a:r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t>• Support online marketing via SEO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User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400800"/>
                <a:gridCol w="228600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Role</a:t>
                      </a:r>
                      <a:endParaRPr sz="32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Current Functions</a:t>
                      </a:r>
                      <a:endParaRPr sz="32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3200"/>
                        <a:t>Status</a:t>
                      </a:r>
                      <a:endParaRPr sz="32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Website Visitor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Browse content, view products/services, gallery, news; submit inquiry, call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Confirmed</a:t>
                      </a:r>
                      <a:endParaRPr sz="2800"/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Content Editor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Manage pages, articles, images, menus, SEO info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Assumed</a:t>
                      </a:r>
                      <a:endParaRPr sz="2800"/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Administrator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Manage users, themes, plugins, forms, settings</a:t>
                      </a:r>
                      <a:endParaRPr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800"/>
                        <a:t>Assumed</a:t>
                      </a:r>
                      <a:endParaRPr sz="2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78ADD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FA5"/>
                </a:solidFill>
              </a:defRPr>
            </a:pPr>
            <a:r>
              <a:t>Functionality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Functionality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858000"/>
                <a:gridCol w="201168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Module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Main Features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Status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Navigation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Desktop top nav, mobile menu, logo, footer links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Homepage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Hero, products overview, gallery, testimonials, news, CTA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Company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Company introduction page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Products/Services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Category listing, product detail pages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Gallery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Project photos with lightbox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News/Articles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Article listing, detail pages, pagination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Contact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Contact form, phone, address, department info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CMS Backend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WordPress admin, content management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Assumed</a:t>
                      </a:r>
                      <a:endParaRPr sz="20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78ADD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FA5"/>
                </a:solidFill>
              </a:defRPr>
            </a:pPr>
            <a:r>
              <a:t>Detailed Functionality 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Navigation &amp; Public Areas (WEB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ID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Function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Status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WEB-001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Desktop top navigation bar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WEB-002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Mobile menu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VanGATE logo with home link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WEB-004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Navigation entries: Products, Services, Company, News, Gallery, Contact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WEB-005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Clickable phone number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WEB-006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Footer with services, products, company, address, phone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Back to top button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WEB-008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Responsive design (desktop, tablet, mobile)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Homepage (HOM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ID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Function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Status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HOM-001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Introduction to residential &amp; commercial solutions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HOM-002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Primary CTA: contact and call buttons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Main products and services overview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HOM-004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Project/gallery image showcase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HOM-005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Gallery images can be enlarged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HOM-006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Link to full gallery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Customer testimonials section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HOM-008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Recent news/articles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HOM-009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Link to full news list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HOM-010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Effects: carousel, lightbox, scroll animations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Products &amp; Services Catalog (CAT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ID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Function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Status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CAT-001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Products and services organized by category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CAT-002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Category listing pages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Individual product/service detail pages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CAT-004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Content includes: name, description, images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CAT-005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Each product/service has unique URL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CAT-006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Product pages include contact CTA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Catalog covers both residential and commercial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CAT-008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Backend category and content maintenance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Assumed</a:t>
                      </a:r>
                      <a:endParaRPr sz="1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Gallery &amp; News (GAL/NEW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45870"/>
          <a:ext cx="10972800" cy="5063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ID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Function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Status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GAL-001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Project/product gallery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GAL-002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Gallery displayed as image collection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GAL-003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Gallery responsive on all screen sizes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GAL-004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Images can be enlarged, browse prev/next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GAL-005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Backend image upload and reuse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Assumed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NEW-001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News or article listing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NEW-002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List shows: title, date, summary, image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NEW-003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Each article has dedicated detail page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NEW-004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News list supports pagination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NEW-005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Backend article CRUD operations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Assumed</a:t>
                      </a:r>
                      <a:endParaRPr sz="1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Contact &amp; Inquiries (CON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91590"/>
          <a:ext cx="10972800" cy="5017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54737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ID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Function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Status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CON-001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Contact page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CON-002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Company address and phone display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CON-003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Clickable phone number on mobile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CON-004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Online inquiry form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CON-005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Form validates required fields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CON-006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Form submission triggers analytics event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CON-007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Form submission sends email to recipients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Assumed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CON-008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Form fields, recipients, spam protection details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To Confirm</a:t>
                      </a:r>
                      <a:endParaRPr sz="20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SEO &amp; Analytics (SEO Series)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772400"/>
                <a:gridCol w="210312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ID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Function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Status</a:t>
                      </a:r>
                      <a:endParaRPr sz="24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SEO-001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Page supports independent SEO title and description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SEO-002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Page outputs canonical URLs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SEO-003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Page outputs Open Graph and Twitter card info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SEO-004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Page outputs structured data (JSON-LD)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SEO-005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Website provides XML sitemap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Assumed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SEO-006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Google Analytics integration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SEO-007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Google Tag Manager integration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SEO-008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Contact form as analytics conversion event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Confirmed</a:t>
                      </a:r>
                      <a:endParaRPr sz="20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Environment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0058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Component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Current Implementation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Status</a:t>
                      </a:r>
                      <a:endParaRPr sz="2000"/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Web Server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LiteSpeed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Server Language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PHP 7.4.33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CMS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WordPress 6.9.4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Theme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Custom 'vangate' theme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Page Editor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Elementor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Frontend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Bootstrap 4.5.3, jQuery, Custom CSS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Contact Form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Contact Form 7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SEO Plugin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Yoast SEO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Security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Wordfence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Components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Swiper, Slick, PhotoSwipe, Lity, WOW.js, Font Awesome</a:t>
                      </a:r>
                      <a:endParaRPr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1800"/>
                        <a:t>Confirmed</a:t>
                      </a:r>
                      <a:endParaRPr sz="1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Items to Confirm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400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Which pages and homepage modules can clients edit?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Products/services: custom post type or theme template?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Does gallery and testimonials have independent admin entry?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What fields does contact form include, who receives emails?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Are contact form records saved to database?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What admin users and roles exist?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Are there unpublished pages still in use?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Are article categories, tags, authors, comments used?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Who manages analytics and search console accounts?</a:t>
            </a:r>
            <a:endParaRPr sz="2400"/>
          </a:p>
          <a:p>
            <a:pPr>
              <a:spcAft>
                <a:spcPts val="1400"/>
              </a:spcAft>
              <a:defRPr sz="2000">
                <a:solidFill>
                  <a:srgbClr val="444441"/>
                </a:solidFill>
              </a:defRPr>
            </a:pPr>
            <a:r>
              <a:rPr sz="2400"/>
              <a:t>• Is there regular backup and security update schedule?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78ADD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5FA5"/>
                </a:solidFill>
              </a:defRPr>
            </a:pPr>
            <a:r>
              <a:t>New Website Design Styles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 Design Styles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2743200"/>
                <a:gridCol w="384048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Style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Positioning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Target Audience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Features</a:t>
                      </a:r>
                    </a:p>
                  </a:txBody>
                  <a:tcPr>
                    <a:solidFill>
                      <a:srgbClr val="1A5FA5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Modern Minimal</a:t>
                      </a:r>
                      <a:endParaRPr sz="2000"/>
                    </a:p>
                    <a:p>
                      <a:r>
                        <a:rPr sz="2000"/>
                        <a:t>现代极简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Clean &amp; Professional</a:t>
                      </a:r>
                      <a:endParaRPr sz="2000"/>
                    </a:p>
                    <a:p>
                      <a:r>
                        <a:rPr sz="2000"/>
                        <a:t>专业清新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High-end homeowners</a:t>
                      </a:r>
                      <a:endParaRPr sz="2000"/>
                    </a:p>
                    <a:p>
                      <a:r>
                        <a:rPr sz="2000"/>
                        <a:t>Repair chains</a:t>
                      </a:r>
                      <a:endParaRPr sz="2000"/>
                    </a:p>
                    <a:p>
                      <a:r>
                        <a:rPr sz="2000"/>
                        <a:t>B2B clients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Light theme, ample whitespace</a:t>
                      </a:r>
                      <a:endParaRPr sz="2000"/>
                    </a:p>
                    <a:p>
                      <a:r>
                        <a:rPr sz="2000"/>
                        <a:t>Soft shadows, refined details</a:t>
                      </a:r>
                      <a:endParaRPr sz="2000"/>
                    </a:p>
                    <a:p>
                      <a:r>
                        <a:rPr sz="2000"/>
                        <a:t>Trust and professionalism</a:t>
                      </a:r>
                      <a:endParaRPr sz="2000"/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Industrial Professional</a:t>
                      </a:r>
                      <a:endParaRPr sz="2000"/>
                    </a:p>
                    <a:p>
                      <a:r>
                        <a:rPr sz="2000"/>
                        <a:t>工业专业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Heavy-Duty &amp; Bold</a:t>
                      </a:r>
                      <a:endParaRPr sz="2000"/>
                    </a:p>
                    <a:p>
                      <a:r>
                        <a:rPr sz="2000"/>
                        <a:t>稳重功能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Commercial clients</a:t>
                      </a:r>
                      <a:endParaRPr sz="2000"/>
                    </a:p>
                    <a:p>
                      <a:r>
                        <a:rPr sz="2000"/>
                        <a:t>Repair technicians</a:t>
                      </a:r>
                      <a:endParaRPr sz="2000"/>
                    </a:p>
                    <a:p>
                      <a:r>
                        <a:rPr sz="2000"/>
                        <a:t>Fleet managers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Dark theme, industrial orange</a:t>
                      </a:r>
                      <a:endParaRPr sz="2000"/>
                    </a:p>
                    <a:p>
                      <a:r>
                        <a:rPr sz="2000"/>
                        <a:t>Bold typography</a:t>
                      </a:r>
                      <a:endParaRPr sz="2000"/>
                    </a:p>
                    <a:p>
                      <a:r>
                        <a:rPr sz="2000"/>
                        <a:t>Data-focused layout</a:t>
                      </a:r>
                      <a:endParaRPr sz="2000"/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Vibrant Contemporary</a:t>
                      </a:r>
                      <a:endParaRPr sz="2000"/>
                    </a:p>
                    <a:p>
                      <a:r>
                        <a:rPr sz="2000"/>
                        <a:t>活力现代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Bold &amp; Dynamic</a:t>
                      </a:r>
                      <a:endParaRPr sz="2000"/>
                    </a:p>
                    <a:p>
                      <a:r>
                        <a:rPr sz="2000"/>
                        <a:t>年轻动感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Young car owners</a:t>
                      </a:r>
                      <a:endParaRPr sz="2000"/>
                    </a:p>
                    <a:p>
                      <a:r>
                        <a:rPr sz="2000"/>
                        <a:t>Auto enthusiasts</a:t>
                      </a:r>
                      <a:endParaRPr sz="2000"/>
                    </a:p>
                    <a:p>
                      <a:r>
                        <a:rPr sz="2000"/>
                        <a:t>E-commerce retail</a:t>
                      </a:r>
                      <a:endParaRPr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44441"/>
                          </a:solidFill>
                        </a:defRPr>
                      </a:pPr>
                      <a:r>
                        <a:rPr sz="2000"/>
                        <a:t>Gradient colors, micro-animations</a:t>
                      </a:r>
                      <a:endParaRPr sz="2000"/>
                    </a:p>
                    <a:p>
                      <a:r>
                        <a:rPr sz="2000"/>
                        <a:t>Card-based layout</a:t>
                      </a:r>
                      <a:endParaRPr sz="2000"/>
                    </a:p>
                    <a:p>
                      <a:r>
                        <a:rPr sz="2000"/>
                        <a:t>Energetic and modern</a:t>
                      </a:r>
                      <a:endParaRPr sz="20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review-style1-modern-minim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65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preview-style2-industri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65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review-style3-vibran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65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review-mobile-style1-modern-minima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45" y="0"/>
            <a:ext cx="3166745" cy="6858000"/>
          </a:xfrm>
          <a:prstGeom prst="rect">
            <a:avLst/>
          </a:prstGeom>
        </p:spPr>
      </p:pic>
      <p:pic>
        <p:nvPicPr>
          <p:cNvPr id="3" name="图片 2" descr="preview-mobile-style2-industri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310" y="0"/>
            <a:ext cx="3166745" cy="6858000"/>
          </a:xfrm>
          <a:prstGeom prst="rect">
            <a:avLst/>
          </a:prstGeom>
        </p:spPr>
      </p:pic>
      <p:pic>
        <p:nvPicPr>
          <p:cNvPr id="5" name="图片 4" descr="preview-mobile-style3-vibra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0930" y="0"/>
            <a:ext cx="316674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Analysis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5D4F4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5895</Words>
  <Application>WPS 演示</Application>
  <PresentationFormat>On-screen Show (4:3)</PresentationFormat>
  <Paragraphs>613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蒋继航</cp:lastModifiedBy>
  <cp:revision>3</cp:revision>
  <dcterms:created xsi:type="dcterms:W3CDTF">2013-01-27T09:14:00Z</dcterms:created>
  <dcterms:modified xsi:type="dcterms:W3CDTF">2026-06-11T18:49:28Z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EF0DD51A39A24C78941341C8AD747944_13</vt:lpwstr>
  </property>
</Properties>
</file>