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VanGATE Website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Website Functionality Overview |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" y="0"/>
            <a:ext cx="120865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Website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285" y="1129665"/>
            <a:ext cx="5847080" cy="319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Website URL: https://vangate.ca/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Company: VanGATE Manufacturing &amp; Automation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Location: Richmond, BC, Canada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Industry: Automatic Door &amp; Gate Systems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Current Platform: WordPress 6.9.4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Business Focus: Residential &amp; Commercial Solutions</a:t>
            </a:r>
          </a:p>
          <a:p>
            <a:pPr>
              <a:spcAft>
                <a:spcPts val="1400"/>
              </a:spcAft>
              <a:defRPr sz="1200">
                <a:solidFill>
                  <a:srgbClr val="444441"/>
                </a:solidFill>
              </a:defRPr>
            </a:pPr>
            <a:r>
              <a:t>•  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315710" y="1129665"/>
            <a:ext cx="1088136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Website Purpose: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Introduce company and products/services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Showcase products, projects, and galleries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Publish news and industry articles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Display customer testimonials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Receive customer inquiries via form and phone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Support online marketing via SEO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Role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Current Functions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Status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Website Visitor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Browse content, view products/services, gallery, news; submit inquiry, call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Confirmed</a:t>
                      </a:r>
                      <a:endParaRPr sz="28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Content Editor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Manage pages, articles, images, menus, SEO info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Assumed</a:t>
                      </a:r>
                      <a:endParaRPr sz="28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Administrator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Manage users, themes, plugins, forms, settings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Assumed</a:t>
                      </a:r>
                      <a:endParaRPr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Functionality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Functionality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20116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Module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Main Features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Navigation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Desktop top nav, mobile menu, logo, footer links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Homepage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Hero, products overview, gallery, testimonials, news, CTA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 introduction 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Products/Services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Category listing, product detail pages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Gallery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Project photos with lightbox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News/Articles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Article listing, detail pages, pagination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 form, phone, address, department info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CMS Backend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WordPress admin, content management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Assumed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Detailed Functionality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Navigation &amp; Public Areas (WEB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Desktop top navigation bar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Mobile menu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VanGATE logo with home link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Navigation entries: Products, Services, Company, News, Gallery, Contact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Clickable phone number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Footer with services, products, company, address, phone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 to top button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Responsive design (desktop, tablet, mobile)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Homepage (HOM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Introduction to residential &amp; commercial solutions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Primary CTA: contact and call buttons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Main products and services overview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Project/gallery image showcase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images can be enlarged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Link to full gallery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Customer testimonials section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Recent news/articles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HOM-009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Link to full news list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HOM-010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Effects: carousel, lightbox, scroll animations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Products &amp; Services Catalog (CAT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Products and services organized by category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Category listing pages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Individual product/service detail pages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Content includes: name, description, images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Each product/service has unique URL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Product pages include contact CTA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Catalog covers both residential and commercial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category and content maintenance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Gallery &amp; News (GAL/NEW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45870"/>
          <a:ext cx="10972800" cy="506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Project/product gallery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displayed as image collection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responsive on all screen sizes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Images can be enlarged, browse prev/next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image upload and reuse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News or article listing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List shows: title, date, summary, image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Each article has dedicated detail page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News list supports pagination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article CRUD operations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Contact &amp; Inquiries (CON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91590"/>
          <a:ext cx="10972800" cy="5017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4737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ID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Function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CON-001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 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CON-002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 address and phone display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CON-003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Clickable phone number on mobile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CON-004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Online inquiry form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CON-005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validates required fields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CON-006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submission triggers analytics event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CON-007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submission sends email to recipients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Assumed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CON-008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fields, recipients, spam protection details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To Confirm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SEO &amp; Analytics (SEO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supports independent SEO title and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canonical URLs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Open Graph and Twitter card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structured data (JSON-LD)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Website provides XML sitemap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Google Analytics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Google Tag Manager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form as analytics conversion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Component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Current Implementation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 Server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LiteSpeed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Server Language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PHP 7.4.33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CMS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WordPress 6.9.4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Theme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Custom 'vangate' theme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Page Editor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Elementor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Frontend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Bootstrap 4.5.3, jQuery, Custom CSS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Contact Form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Contact Form 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SEO Plugin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Yoast SEO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Security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Wordfence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Components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Swiper, Slick, PhotoSwipe, Lity, WOW.js, Font Awesome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Items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0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Which pages and homepage modules can clients edit?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Products/services: custom post type or theme template?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Does gallery and testimonials have independent admin entry?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What fields does contact form include, who receives emails?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contact form records saved to database?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What admin users and roles exist?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there unpublished pages still in use?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article categories, tags, authors, comments used?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Who manages analytics and search console accounts?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Is there regular backup and security update schedule?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Analysis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5303</Words>
  <Application>WPS 演示</Application>
  <PresentationFormat>On-screen Show (4:3)</PresentationFormat>
  <Paragraphs>557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蒋继航</cp:lastModifiedBy>
  <cp:revision>2</cp:revision>
  <dcterms:created xsi:type="dcterms:W3CDTF">2013-01-27T09:14:00Z</dcterms:created>
  <dcterms:modified xsi:type="dcterms:W3CDTF">2026-06-11T18:23:41Z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D5248A5CA9AD46CAAD7D829EEE349832_12</vt:lpwstr>
  </property>
</Properties>
</file>